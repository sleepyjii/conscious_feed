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CC"/>
                </a:solidFill>
                <a:latin typeface="Calibri"/>
              </a:defRPr>
            </a:pPr>
            <a:r>
              <a:t>//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FFCC"/>
                </a:solidFill>
                <a:latin typeface="Calibri"/>
              </a:rPr>
              <a:t>Conscious</a:t>
            </a:r>
            <a:r>
              <a:rPr sz="7200" b="1">
                <a:solidFill>
                  <a:srgbClr val="FFFFFF"/>
                </a:solidFill>
                <a:latin typeface="Calibri"/>
              </a:rPr>
              <a:t>Feed</a:t>
            </a:r>
          </a:p>
          <a:p>
            <a:pPr algn="ctr">
              <a:spcBef>
                <a:spcPts val="2000"/>
              </a:spcBef>
              <a:defRPr sz="2200">
                <a:solidFill>
                  <a:srgbClr val="808899"/>
                </a:solidFill>
                <a:latin typeface="Calibri"/>
              </a:defRPr>
            </a:pPr>
            <a:r>
              <a:t>AI-hybridized RSS bridge for the self-hosting 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2103120" cy="254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899"/>
                </a:solidFill>
                <a:latin typeface="Calibri"/>
              </a:defRPr>
            </a:pPr>
            <a:r>
              <a:t>Describe what you want from the web. We scrape it. AI fixes what breaks.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0"/>
            <a:ext cx="3657600" cy="36576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web has data you need.</a:t>
            </a:r>
            <a:br/>
            <a:r>
              <a:t>Getting it reliably is a nightmare.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9184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RSS is dying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Sites drop feeds, lock content behind JS-rendered walls, or gate APIs behind paywalls.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743200"/>
            <a:ext cx="329184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Scrapers are brittle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One CSS class change and your selectors break. Manual maintenance is endless.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743200"/>
            <a:ext cx="329184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DIY is a whole project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Puppeteer, proxies, cron, databases, error handling — it's a full stack to maintain.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Tell it what you want 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899"/>
                </a:solidFill>
                <a:latin typeface="Calibri"/>
              </a:defRPr>
            </a:pPr>
            <a:r>
              <a:t>ConsciousFeed turns natural language prompts into production scrapers</a:t>
            </a:r>
            <a:br/>
            <a:r>
              <a:t>that run on schedule, deliver structured feeds, and heal themselves</a:t>
            </a:r>
            <a:br/>
            <a:r>
              <a:t>when they 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8229600" cy="25603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lnSpc>
                <a:spcPts val="2200"/>
              </a:lnSpc>
              <a:defRPr sz="1400">
                <a:solidFill>
                  <a:srgbClr val="808899"/>
                </a:solidFill>
                <a:latin typeface="Consolas"/>
              </a:defRPr>
            </a:pPr>
            <a:r>
              <a:t>// Add a scraper in one call</a:t>
            </a:r>
          </a:p>
          <a:p>
            <a:pPr>
              <a:lnSpc>
                <a:spcPts val="2200"/>
              </a:lnSpc>
              <a:defRPr sz="1400">
                <a:solidFill>
                  <a:srgbClr val="00FFCC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"target_url": "https://youtube.com/@SketchyJin",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"scraping_prompt": "Extract all video titles,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    URLs, and upload dates",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"cron_schedule": "0 0 * * *"</a:t>
            </a:r>
          </a:p>
          <a:p>
            <a:pPr>
              <a:lnSpc>
                <a:spcPts val="2200"/>
              </a:lnSpc>
              <a:defRPr sz="1400">
                <a:solidFill>
                  <a:srgbClr val="00FFC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914400"/>
            <a:ext cx="2743200" cy="27432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2743200" cy="27432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prompt to feed in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2743200"/>
            <a:ext cx="1371600" cy="11887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💬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647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6847" y="2743200"/>
            <a:ext cx="1371600" cy="11887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🎭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447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647" y="2743200"/>
            <a:ext cx="1371600" cy="11887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🌐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47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2743200"/>
            <a:ext cx="1371600" cy="11887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📄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JSONL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047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2743200"/>
            <a:ext cx="1371600" cy="11887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🗄️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847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2047" y="2743200"/>
            <a:ext cx="1371600" cy="11887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📰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08899"/>
                </a:solidFill>
                <a:latin typeface="Calibri"/>
              </a:defRPr>
            </a:pPr>
            <a:r>
              <a:t>Scraper scripts are intentionally naive — they only know Playwright</a:t>
            </a:r>
            <a:br/>
            <a:r>
              <a:t>and printing JSON. A bash ingestion layer handles enrichment and</a:t>
            </a:r>
            <a:br/>
            <a:r>
              <a:t>database writes, keeping the Python maximally simple for AI-generated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Docker-native fleet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Conductor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FastAPI orchestrator. Manages scraper lifecycle, cron,</a:t>
            </a:r>
            <a:br/>
            <a:r>
              <a:t>repair policy via Docker-in-Docker.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560320"/>
            <a:ext cx="51206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Hybrid Scraper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Container image with Node.js browser server +</a:t>
            </a:r>
            <a:br/>
            <a:r>
              <a:t>Python client. One instance per scrape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1206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Dev Agent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AI repair container. Connects to live browser,</a:t>
            </a:r>
            <a:br/>
            <a:r>
              <a:t>diagnoses failures, rewrites scripts autonomously.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60520"/>
            <a:ext cx="51206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MCP Proxy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Single gateway for Claude Code. Forwards to</a:t>
            </a:r>
            <a:br/>
            <a:r>
              <a:t>conductor, database, and active repair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899"/>
                </a:solidFill>
                <a:latin typeface="Calibri"/>
              </a:defRPr>
            </a:pPr>
            <a:r>
              <a:t>All services on a shared Docker network — only the UI (:5173) and MCP proxy (:9200) are exposed to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SELF-HEALING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When scrapers break, AI agents fix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899"/>
                </a:solidFill>
                <a:latin typeface="Calibri"/>
              </a:defRPr>
            </a:pPr>
            <a:r>
              <a:t>Cron detects consecutive failures and checks repair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899"/>
                </a:solidFill>
                <a:latin typeface="Calibri"/>
              </a:defRPr>
            </a:pPr>
            <a:r>
              <a:t>Launches debug scraper with live Playwright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43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899"/>
                </a:solidFill>
                <a:latin typeface="Calibri"/>
              </a:defRPr>
            </a:pPr>
            <a:r>
              <a:t>Dev-agent browses page, tests selectors, rewrites the 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C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899"/>
                </a:solidFill>
                <a:latin typeface="Calibri"/>
              </a:defRPr>
            </a:pPr>
            <a:r>
              <a:t>Tests pass → scraper resumes. Notes left for future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560320"/>
            <a:ext cx="4754880" cy="34747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lnSpc>
                <a:spcPts val="2200"/>
              </a:lnSpc>
              <a:defRPr sz="1400">
                <a:solidFill>
                  <a:srgbClr val="808899"/>
                </a:solidFill>
                <a:latin typeface="Consolas"/>
              </a:defRPr>
            </a:pPr>
            <a:r>
              <a:t>// Per-scraper repair policy</a:t>
            </a:r>
          </a:p>
          <a:p>
            <a:pPr>
              <a:lnSpc>
                <a:spcPts val="2200"/>
              </a:lnSpc>
              <a:defRPr sz="1400">
                <a:solidFill>
                  <a:srgbClr val="00FFCC"/>
                </a:solidFill>
                <a:latin typeface="Consolas"/>
              </a:defRPr>
            </a:pPr>
            <a:r>
              <a:t>"repair_policy": [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"RETRY",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"RETRY",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"REPAIR:haiku",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"REPAIR:sonnet",</a:t>
            </a:r>
          </a:p>
          <a:p>
            <a:pPr>
              <a:lnSpc>
                <a:spcPts val="2200"/>
              </a:lnSpc>
              <a:defRPr sz="1400">
                <a:solidFill>
                  <a:srgbClr val="FFD700"/>
                </a:solidFill>
                <a:latin typeface="Consolas"/>
              </a:defRPr>
            </a:pPr>
            <a:r>
              <a:t>  "STALL"</a:t>
            </a:r>
          </a:p>
          <a:p>
            <a:pPr>
              <a:lnSpc>
                <a:spcPts val="2200"/>
              </a:lnSpc>
              <a:defRPr sz="1400">
                <a:solidFill>
                  <a:srgbClr val="00FFCC"/>
                </a:solidFill>
                <a:latin typeface="Consolas"/>
              </a:defRPr>
            </a:pPr>
            <a:r>
              <a:t>]</a:t>
            </a:r>
          </a:p>
          <a:p>
            <a:pPr>
              <a:lnSpc>
                <a:spcPts val="2200"/>
              </a:lnSpc>
              <a:defRPr sz="1400">
                <a:solidFill>
                  <a:srgbClr val="808899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defRPr sz="1400">
                <a:solidFill>
                  <a:srgbClr val="808899"/>
                </a:solidFill>
                <a:latin typeface="Consolas"/>
              </a:defRPr>
            </a:pPr>
            <a:r>
              <a:t>// Escalates through models</a:t>
            </a:r>
          </a:p>
          <a:p>
            <a:pPr>
              <a:lnSpc>
                <a:spcPts val="2200"/>
              </a:lnSpc>
              <a:defRPr sz="1400">
                <a:solidFill>
                  <a:srgbClr val="808899"/>
                </a:solidFill>
                <a:latin typeface="Consolas"/>
              </a:defRPr>
            </a:pPr>
            <a:r>
              <a:t>// before giving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0"/>
            <a:ext cx="3657600" cy="36576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TWO REPAIR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Autonomous or human-in-the-loop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5029200" cy="25603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FF00AA"/>
                </a:solidFill>
                <a:latin typeface="Calibri"/>
              </a:defRPr>
            </a:pPr>
            <a:r>
              <a:t>Autonomous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Dev-agent runs repair.py via Claude Agent SDK.</a:t>
            </a:r>
            <a:br/>
            <a:r>
              <a:t>Browses, diagnoses, fixes, tests — no human</a:t>
            </a:r>
            <a:br/>
            <a:r>
              <a:t>needed. Triggered by cron on schedule.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743200"/>
            <a:ext cx="5029200" cy="25603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Sockpuppet (Interactive)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Dev-agent exposes MCP server. Claude Code</a:t>
            </a:r>
            <a:br/>
            <a:r>
              <a:t>connects through the proxy to diagnose</a:t>
            </a:r>
            <a:br/>
            <a:r>
              <a:t>interactively with the full tool surface.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899"/>
                </a:solidFill>
                <a:latin typeface="Calibri"/>
              </a:defRPr>
            </a:pPr>
            <a:r>
              <a:t>Same tools, same browser session, same repair contract — the only difference is who's driving.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4572000" cy="45720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47" y="3474720"/>
            <a:ext cx="8229600" cy="2926080"/>
          </a:xfrm>
          <a:prstGeom prst="roundRect">
            <a:avLst/>
          </a:prstGeom>
          <a:solidFill>
            <a:srgbClr val="0D1322"/>
          </a:solidFill>
          <a:ln w="25400">
            <a:solidFill>
              <a:srgbClr val="00FF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08899"/>
                </a:solidFill>
                <a:latin typeface="Calibri"/>
              </a:defRPr>
            </a:pPr>
            <a:r>
              <a:t>▶  Insert demo video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3657600"/>
            <a:ext cx="2743200" cy="27432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alibri"/>
              </a:defRPr>
            </a:pPr>
            <a:r>
              <a:t>//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5603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Docker Compose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Fleet orchestration via</a:t>
            </a:r>
            <a:br/>
            <a:r>
              <a:t>Docker-in-Docker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9807" y="25603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FastAPI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Conductor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5603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Playwright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Headless browser</a:t>
            </a:r>
            <a:br/>
            <a:r>
              <a:t>per scraper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6207" y="25603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PostgreSQL 16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Structured feed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607" y="43891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Claude Agent SDK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Autonomous repair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9807" y="43891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MCP Protocol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Tool gateway for</a:t>
            </a:r>
            <a:br/>
            <a:r>
              <a:t>human +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3891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React + Vite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Fleet management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6207" y="4389120"/>
            <a:ext cx="2468880" cy="15544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FFCC"/>
                </a:solidFill>
                <a:latin typeface="Calibri"/>
              </a:defRPr>
            </a:pPr>
            <a:r>
              <a:t>Bash + JSONL</a:t>
            </a:r>
          </a:p>
          <a:p>
            <a:pPr>
              <a:lnSpc>
                <a:spcPts val="1800"/>
              </a:lnSpc>
              <a:defRPr sz="1200">
                <a:solidFill>
                  <a:srgbClr val="808899"/>
                </a:solidFill>
                <a:latin typeface="Calibri"/>
              </a:defRPr>
            </a:pPr>
            <a:r>
              <a:t>Streaming ingestion</a:t>
            </a:r>
            <a:br/>
            <a:r>
              <a:t>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FF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FF00A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CC"/>
                </a:solidFill>
                <a:latin typeface="Calibri"/>
              </a:defRPr>
            </a:pPr>
            <a:r>
              <a:t>// 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5600" b="1">
                <a:solidFill>
                  <a:srgbClr val="FFFFFF"/>
                </a:solidFill>
                <a:latin typeface="Calibri"/>
              </a:rPr>
              <a:t>Your data.</a:t>
            </a:r>
          </a:p>
          <a:p>
            <a:pPr algn="ctr">
              <a:spcBef>
                <a:spcPts val="800"/>
              </a:spcBef>
            </a:pPr>
            <a:r>
              <a:rPr sz="5600" b="1">
                <a:solidFill>
                  <a:srgbClr val="00FFCC"/>
                </a:solidFill>
                <a:latin typeface="Calibri"/>
              </a:rPr>
              <a:t>Your feeds.</a:t>
            </a:r>
          </a:p>
          <a:p>
            <a:pPr algn="ctr">
              <a:spcBef>
                <a:spcPts val="800"/>
              </a:spcBef>
            </a:pPr>
            <a:r>
              <a:rPr sz="5600" b="1">
                <a:solidFill>
                  <a:srgbClr val="FFFFFF"/>
                </a:solidFill>
                <a:latin typeface="Calibri"/>
              </a:rPr>
              <a:t>Zero maintenance.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2103120" cy="254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899"/>
                </a:solidFill>
                <a:latin typeface="Calibri"/>
              </a:defRPr>
            </a:pPr>
            <a:r>
              <a:t>Self-hosted. AI-maintained.</a:t>
            </a:r>
            <a:br/>
            <a:r>
              <a:t>Built for people who want to own their information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868"/>
                </a:solidFill>
                <a:latin typeface="Calibri"/>
              </a:defRPr>
            </a:pPr>
            <a:r>
              <a:t>Docker + Claude Agent SDK + 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